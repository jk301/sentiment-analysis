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75" r:id="rId5"/>
    <p:sldId id="258" r:id="rId6"/>
    <p:sldId id="277" r:id="rId7"/>
    <p:sldId id="278" r:id="rId8"/>
    <p:sldId id="279" r:id="rId9"/>
    <p:sldId id="261" r:id="rId10"/>
    <p:sldId id="266" r:id="rId11"/>
    <p:sldId id="287" r:id="rId12"/>
    <p:sldId id="288" r:id="rId13"/>
    <p:sldId id="285" r:id="rId14"/>
    <p:sldId id="280" r:id="rId15"/>
    <p:sldId id="281" r:id="rId16"/>
    <p:sldId id="273" r:id="rId17"/>
    <p:sldId id="262" r:id="rId18"/>
    <p:sldId id="282" r:id="rId19"/>
    <p:sldId id="283" r:id="rId20"/>
    <p:sldId id="274" r:id="rId21"/>
    <p:sldId id="263" r:id="rId22"/>
    <p:sldId id="264" r:id="rId23"/>
    <p:sldId id="276" r:id="rId24"/>
    <p:sldId id="269" r:id="rId25"/>
    <p:sldId id="28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2BD6-45E7-408E-A678-1688FA011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649357"/>
            <a:ext cx="10993549" cy="231913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Semantic analysis of feedback</a:t>
            </a:r>
            <a:br>
              <a:rPr lang="en-US" sz="4400" dirty="0"/>
            </a:br>
            <a:r>
              <a:rPr lang="en-US" sz="4400" dirty="0"/>
              <a:t>using pytorch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94289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740D-02F5-40FE-B5BF-1928E56D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Problem statement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6DF5-7C4A-45C4-8557-549ED2B3E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345764" cy="3633047"/>
          </a:xfrm>
        </p:spPr>
        <p:txBody>
          <a:bodyPr>
            <a:normAutofit/>
          </a:bodyPr>
          <a:lstStyle/>
          <a:p>
            <a:r>
              <a:rPr lang="en-US" sz="4800" dirty="0"/>
              <a:t>Businesses receive large volumes of feedback.</a:t>
            </a:r>
          </a:p>
          <a:p>
            <a:r>
              <a:rPr lang="en-IN" sz="4800" dirty="0"/>
              <a:t>Manual analysis is slow</a:t>
            </a:r>
            <a:r>
              <a:rPr lang="en-US" sz="4800" dirty="0"/>
              <a:t>.</a:t>
            </a:r>
          </a:p>
          <a:p>
            <a:r>
              <a:rPr lang="en-IN" sz="4800" dirty="0"/>
              <a:t>Need automated sentiment detection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46645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0998-95A5-4EDC-8C6E-7829378F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DDE51-ACEE-4BD9-AF00-DEB8D84FE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Build an API to analyze customer sentiment.</a:t>
            </a:r>
          </a:p>
          <a:p>
            <a:r>
              <a:rPr lang="en-IN" sz="4400" dirty="0"/>
              <a:t>Support real-time usage.</a:t>
            </a:r>
          </a:p>
          <a:p>
            <a:r>
              <a:rPr lang="en-US" sz="4400" dirty="0"/>
              <a:t>Compare custom vs pretrained model.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08496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143A-6DF0-429E-AFF5-BA554972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What is sentiment analysis ?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B8D7-D7C7-416E-81F0-5E81A6A1A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>
            <a:normAutofit/>
          </a:bodyPr>
          <a:lstStyle/>
          <a:p>
            <a:r>
              <a:rPr lang="en-US" sz="4400" dirty="0"/>
              <a:t>It’s a Natural Language Processing task where we classify text based on emotional tone.</a:t>
            </a:r>
          </a:p>
          <a:p>
            <a:pPr algn="ctr"/>
            <a:r>
              <a:rPr lang="en-IN" sz="4400" dirty="0"/>
              <a:t>Positive / Neutral / Negative</a:t>
            </a:r>
          </a:p>
        </p:txBody>
      </p:sp>
    </p:spTree>
    <p:extLst>
      <p:ext uri="{BB962C8B-B14F-4D97-AF65-F5344CB8AC3E}">
        <p14:creationId xmlns:p14="http://schemas.microsoft.com/office/powerpoint/2010/main" val="131714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C70F-F4FE-44F4-A7BA-58A3FC53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4000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23C61-7C6E-4F84-B925-D0E4650F7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Used in </a:t>
            </a:r>
          </a:p>
          <a:p>
            <a:pPr lvl="1"/>
            <a:r>
              <a:rPr lang="en-US" sz="4000" dirty="0"/>
              <a:t>Product reviews,</a:t>
            </a:r>
          </a:p>
          <a:p>
            <a:pPr lvl="1"/>
            <a:r>
              <a:rPr lang="en-US" sz="4000" dirty="0"/>
              <a:t>Twitter analysis, </a:t>
            </a:r>
          </a:p>
          <a:p>
            <a:pPr lvl="1"/>
            <a:r>
              <a:rPr lang="en-US" sz="4000" dirty="0"/>
              <a:t>Customer support</a:t>
            </a:r>
          </a:p>
          <a:p>
            <a:pPr lvl="1"/>
            <a:r>
              <a:rPr lang="en-US" sz="4000" dirty="0"/>
              <a:t>Automation etc.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016520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8CAF1-FEB0-4CCC-9F1E-12DDBDB82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52938"/>
            <a:ext cx="10707756" cy="538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1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577F19-9F2F-47CC-B452-08F5CE165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3" y="728870"/>
            <a:ext cx="9965634" cy="600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5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33C63CD2-5C80-415A-8292-A36E4CD0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3" y="692426"/>
            <a:ext cx="10071652" cy="576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3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A708-816F-4D70-8F00-4D7B1D76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dataset</a:t>
            </a:r>
            <a:endParaRPr lang="en-IN" sz="4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3800E1-765F-4CE6-A04B-5813862BE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5400" dirty="0"/>
              <a:t>We used 3000 YELP reviews divided in</a:t>
            </a:r>
          </a:p>
          <a:p>
            <a:pPr lvl="2"/>
            <a:r>
              <a:rPr lang="en-US" sz="5000" dirty="0"/>
              <a:t> positive | neutral | negative feedbacks.</a:t>
            </a:r>
          </a:p>
          <a:p>
            <a:r>
              <a:rPr lang="en-US" sz="5400" dirty="0"/>
              <a:t>This will be used to train out model.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546702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7710-E17B-43D4-BEEB-901DAC78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The lstm model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1619-8576-4A24-B38B-57B7C7168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LSTM = </a:t>
            </a:r>
            <a:r>
              <a:rPr lang="en-US" sz="4400" b="1" dirty="0"/>
              <a:t>Recurrent Neural Network (RNN)</a:t>
            </a:r>
            <a:r>
              <a:rPr lang="en-US" sz="4400" dirty="0"/>
              <a:t> + Memory Gates. </a:t>
            </a:r>
          </a:p>
          <a:p>
            <a:r>
              <a:rPr lang="en-US" sz="4400" dirty="0"/>
              <a:t>It remembers important words, forgets irrelevant ones, and understands text in order.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17822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7710-E17B-43D4-BEEB-901DAC78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The rnn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1619-8576-4A24-B38B-57B7C7168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800" b="1" dirty="0"/>
              <a:t>RNN</a:t>
            </a:r>
            <a:r>
              <a:rPr lang="en-US" sz="4800" dirty="0"/>
              <a:t> is a neural network designed for </a:t>
            </a:r>
            <a:r>
              <a:rPr lang="en-US" sz="4800" b="1" dirty="0"/>
              <a:t>sequential data.</a:t>
            </a:r>
          </a:p>
          <a:p>
            <a:r>
              <a:rPr lang="en-US" sz="4800" dirty="0"/>
              <a:t>Unlike other networks, it has a </a:t>
            </a:r>
            <a:r>
              <a:rPr lang="en-US" sz="4800" b="1" dirty="0"/>
              <a:t>loop</a:t>
            </a:r>
            <a:r>
              <a:rPr lang="en-US" sz="4800" dirty="0"/>
              <a:t> that passes information from one step to the next.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05778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98DA4-020D-4FBC-909B-3DBE150C1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27651"/>
            <a:ext cx="10667999" cy="531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8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7710-E17B-43D4-BEEB-901DAC78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Pros / cons</a:t>
            </a: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E22E27-E45A-4581-9CDB-664D0BFA2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451853"/>
            <a:ext cx="11029616" cy="2690192"/>
          </a:xfrm>
        </p:spPr>
      </p:pic>
    </p:spTree>
    <p:extLst>
      <p:ext uri="{BB962C8B-B14F-4D97-AF65-F5344CB8AC3E}">
        <p14:creationId xmlns:p14="http://schemas.microsoft.com/office/powerpoint/2010/main" val="883977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1ADD778-7035-486B-AED8-325B489F8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339" y="326042"/>
            <a:ext cx="11105322" cy="620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14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E8E837-67BC-443C-A605-4DD5AE79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637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EE8C-0983-4357-AEB4-75956C9E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Sample / screenshots</a:t>
            </a:r>
            <a:endParaRPr lang="en-IN" sz="4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D6992F-1AA4-45E6-9E69-6079C27C3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0300" r="1342"/>
          <a:stretch/>
        </p:blipFill>
        <p:spPr>
          <a:xfrm>
            <a:off x="1033669" y="1868558"/>
            <a:ext cx="10124661" cy="461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73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CD3F60-DF13-4020-BD70-E9F30D5E8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74" y="585502"/>
            <a:ext cx="11304103" cy="58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67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45414-1D6B-46E4-B82D-CB7D2B153C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49" r="1413"/>
          <a:stretch/>
        </p:blipFill>
        <p:spPr>
          <a:xfrm>
            <a:off x="450574" y="611274"/>
            <a:ext cx="11290852" cy="590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22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4EC023-909D-4B61-B8B5-6A1D861895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9"/>
          <a:stretch/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3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6A4A-2D68-4A58-8777-026BEA28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Code snippet/s</a:t>
            </a: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83D3BE-4F1B-4FF0-A791-410971487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985" y="2160104"/>
            <a:ext cx="10320345" cy="3995740"/>
          </a:xfrm>
        </p:spPr>
      </p:pic>
    </p:spTree>
    <p:extLst>
      <p:ext uri="{BB962C8B-B14F-4D97-AF65-F5344CB8AC3E}">
        <p14:creationId xmlns:p14="http://schemas.microsoft.com/office/powerpoint/2010/main" val="1667024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66A8-47B9-4B25-8EE6-618969F3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C</a:t>
            </a:r>
            <a:r>
              <a:rPr lang="en-IN" sz="4000" dirty="0"/>
              <a:t>ode snippet/s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136AC9-DCC1-4524-83FB-881C16971B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8835" y="2033421"/>
            <a:ext cx="9634330" cy="4240695"/>
          </a:xfrm>
        </p:spPr>
      </p:pic>
    </p:spTree>
    <p:extLst>
      <p:ext uri="{BB962C8B-B14F-4D97-AF65-F5344CB8AC3E}">
        <p14:creationId xmlns:p14="http://schemas.microsoft.com/office/powerpoint/2010/main" val="2083719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D4BF-6D93-4CEA-A2B7-51377B1C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Code snippet/s</a:t>
            </a:r>
            <a:endParaRPr lang="en-IN" sz="4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53541A-89A4-429E-9251-3248FD2D27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36034" y="2332382"/>
            <a:ext cx="8719931" cy="3048000"/>
          </a:xfrm>
        </p:spPr>
      </p:pic>
    </p:spTree>
    <p:extLst>
      <p:ext uri="{BB962C8B-B14F-4D97-AF65-F5344CB8AC3E}">
        <p14:creationId xmlns:p14="http://schemas.microsoft.com/office/powerpoint/2010/main" val="3378704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B3B0-F30B-4FC4-AA92-AC22AF04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>conclusion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910B4-E355-4140-B738-5D9A1129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591314"/>
            <a:ext cx="11029615" cy="3678303"/>
          </a:xfrm>
        </p:spPr>
        <p:txBody>
          <a:bodyPr>
            <a:normAutofit fontScale="92500" lnSpcReduction="20000"/>
          </a:bodyPr>
          <a:lstStyle/>
          <a:p>
            <a:r>
              <a:rPr lang="en-US" sz="4300" dirty="0"/>
              <a:t>Successfully built a sentiment analysis tool for customer feedback</a:t>
            </a:r>
          </a:p>
          <a:p>
            <a:r>
              <a:rPr lang="en-US" sz="4300" dirty="0"/>
              <a:t>Compared two models: custom LSTM vs pretrained RoBERTa</a:t>
            </a:r>
          </a:p>
          <a:p>
            <a:r>
              <a:rPr lang="en-US" sz="4300" dirty="0"/>
              <a:t>RoBERTa = higher accuracy | LSTM = faster inference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69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A1BD-9AD2-48B7-90C4-37B277A8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Q &amp; A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D115D-E2BA-42B5-ADB0-B70473B6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Any questions for us ?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839676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A1BD-9AD2-48B7-90C4-37B277A8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end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D115D-E2BA-42B5-ADB0-B70473B6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Thank you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303111968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409</TotalTime>
  <Words>228</Words>
  <Application>Microsoft Office PowerPoint</Application>
  <PresentationFormat>Widescreen</PresentationFormat>
  <Paragraphs>41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Gill Sans MT</vt:lpstr>
      <vt:lpstr>Wingdings 2</vt:lpstr>
      <vt:lpstr>Dividend</vt:lpstr>
      <vt:lpstr>Semantic analysis of feedback using pytorch</vt:lpstr>
      <vt:lpstr>Problem statement</vt:lpstr>
      <vt:lpstr>Objective</vt:lpstr>
      <vt:lpstr>What is sentiment analysis ?</vt:lpstr>
      <vt:lpstr>Applications</vt:lpstr>
      <vt:lpstr>PowerPoint Presentation</vt:lpstr>
      <vt:lpstr>PowerPoint Presentation</vt:lpstr>
      <vt:lpstr>PowerPoint Presentation</vt:lpstr>
      <vt:lpstr>dataset</vt:lpstr>
      <vt:lpstr>The lstm model</vt:lpstr>
      <vt:lpstr>The rnn</vt:lpstr>
      <vt:lpstr>PowerPoint Presentation</vt:lpstr>
      <vt:lpstr>Pros / cons</vt:lpstr>
      <vt:lpstr>PowerPoint Presentation</vt:lpstr>
      <vt:lpstr>PowerPoint Presentation</vt:lpstr>
      <vt:lpstr>Sample / screenshots</vt:lpstr>
      <vt:lpstr>PowerPoint Presentation</vt:lpstr>
      <vt:lpstr>PowerPoint Presentation</vt:lpstr>
      <vt:lpstr>PowerPoint Presentation</vt:lpstr>
      <vt:lpstr>Code snippet/s</vt:lpstr>
      <vt:lpstr>Code snippet/s</vt:lpstr>
      <vt:lpstr>Code snippet/s</vt:lpstr>
      <vt:lpstr>conclusion</vt:lpstr>
      <vt:lpstr>Q &amp; A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 recognition model using pytorch</dc:title>
  <dc:creator>Junaid</dc:creator>
  <cp:lastModifiedBy>Junaid</cp:lastModifiedBy>
  <cp:revision>44</cp:revision>
  <dcterms:created xsi:type="dcterms:W3CDTF">2025-10-29T07:24:27Z</dcterms:created>
  <dcterms:modified xsi:type="dcterms:W3CDTF">2026-05-06T12:15:59Z</dcterms:modified>
</cp:coreProperties>
</file>